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D2178-FBA9-4D33-BB78-57E89A4F76DD}" type="datetimeFigureOut">
              <a:rPr lang="es-CO" smtClean="0"/>
              <a:t>28/03/2025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17D6F3-0414-4EE7-92BB-0F73BC80E3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8085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Desafíos: formatos de entrada y salida de una tarea a otra, no logré trabajarlo con </a:t>
            </a:r>
            <a:r>
              <a:rPr lang="es-CO" dirty="0" err="1"/>
              <a:t>jupyter</a:t>
            </a:r>
            <a:r>
              <a:rPr lang="es-CO" dirty="0"/>
              <a:t> notebooks.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7D6F3-0414-4EE7-92BB-0F73BC80E3A4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4545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D964A-2F54-D568-8D8B-FC8BFE023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56DCC6-5D43-0297-6D03-566375AAC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FC111D-DB51-D47E-6227-19C59B67A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075F6-056E-472F-83EE-AAE8183559E6}" type="datetimeFigureOut">
              <a:rPr lang="es-CO" smtClean="0"/>
              <a:t>28/03/2025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AF5D18-CAB8-44E8-08BB-0A21FBF0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521BAD-5835-C43E-0E7E-0CECE96A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9DDFC-A400-4738-8B73-3C981B04FA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6791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ABCF9-C492-47FD-1498-CF31F34D0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726FA9-BAF5-1B27-1E58-E18747366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488F74-EB0B-386E-5B40-4718EE81C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075F6-056E-472F-83EE-AAE8183559E6}" type="datetimeFigureOut">
              <a:rPr lang="es-CO" smtClean="0"/>
              <a:t>28/03/2025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FFBC9F-44D2-EC1F-BAA3-796C7B561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8DC788-6EF9-78F7-1D69-F6EDB095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9DDFC-A400-4738-8B73-3C981B04FA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5225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3F092-DC27-F033-D72B-949DE2C89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A3EE60-C7BF-441F-C1DF-9E1066901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56FBDE-9E8A-AC23-ABD1-6EE44A408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075F6-056E-472F-83EE-AAE8183559E6}" type="datetimeFigureOut">
              <a:rPr lang="es-CO" smtClean="0"/>
              <a:t>28/03/2025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90A4D2-C252-647C-4C64-C423EC2D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B7E2FF-DDBF-5480-A027-9303FA25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9DDFC-A400-4738-8B73-3C981B04FA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1906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E6889-B1F2-6D6E-B1C8-865137A20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EEDB68-5B6C-E8CC-E203-42F80A090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F5485D-7739-4027-6C27-442BD2FCD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DB69F6-4E24-1754-B50E-AD90AA25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075F6-056E-472F-83EE-AAE8183559E6}" type="datetimeFigureOut">
              <a:rPr lang="es-CO" smtClean="0"/>
              <a:t>28/03/2025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30362D-4105-CA2C-4A9F-0072146DA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35236F-8B51-121D-1261-B88B2884F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9DDFC-A400-4738-8B73-3C981B04FA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8287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7F9C8-C04B-E065-1555-99EDED25C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A2246B-C831-F01F-2001-995FD92EB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6B35AD-8AEB-3F1C-9065-9010CADAF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51139E4-1CDF-7F76-ABC4-668C404FB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6064610-B17E-A80C-A750-3EB518E109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E33B0F2-D7BF-A710-7B9A-0FF3B8FC9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075F6-056E-472F-83EE-AAE8183559E6}" type="datetimeFigureOut">
              <a:rPr lang="es-CO" smtClean="0"/>
              <a:t>28/03/2025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3537059-6184-C6BD-72E2-7958E8C11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06DBD8-FEDC-7A71-A4D4-1E0B07C49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9DDFC-A400-4738-8B73-3C981B04FA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213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BDE89-1283-5535-36E1-53924CD8D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A8E0BD3-9854-ACED-7C96-D1BF6C50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075F6-056E-472F-83EE-AAE8183559E6}" type="datetimeFigureOut">
              <a:rPr lang="es-CO" smtClean="0"/>
              <a:t>28/03/2025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DCEBCA-C328-C935-DC64-B7D4F8E98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7C7E46B-36F1-F271-66B5-69C3FBFD9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9DDFC-A400-4738-8B73-3C981B04FA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578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8DE1A4-992A-B660-FDCB-AAD4D48AE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075F6-056E-472F-83EE-AAE8183559E6}" type="datetimeFigureOut">
              <a:rPr lang="es-CO" smtClean="0"/>
              <a:t>28/03/2025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018A648-3A7F-8C77-1EC7-B024DDB0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54FAA6-017D-FB1A-5A68-C12FAB41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9DDFC-A400-4738-8B73-3C981B04FA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3760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84E69-7FAE-EE80-8F7B-AA71A6F6A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AA1ED0-24BC-0D19-A692-FBB53D064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72EE39-58AD-BAD8-5D58-1EACE8A50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6371C0-70BD-40B8-E972-5A88472CD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075F6-056E-472F-83EE-AAE8183559E6}" type="datetimeFigureOut">
              <a:rPr lang="es-CO" smtClean="0"/>
              <a:t>28/03/2025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412122-08FD-F680-DFA3-4CB51244B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C1A86D-4DBC-0B15-C5A6-3D7233104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9DDFC-A400-4738-8B73-3C981B04FA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168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C4494-0D7A-7172-469A-353A10D84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7839F13-EC71-E104-A016-EA68B21152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5C2F1D-46CF-D64A-14BE-9BB9B320E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FEE85C-ACE0-9E1B-B0BE-F0995E2D1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075F6-056E-472F-83EE-AAE8183559E6}" type="datetimeFigureOut">
              <a:rPr lang="es-CO" smtClean="0"/>
              <a:t>28/03/2025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8FEB30-10DA-08BF-7399-281B1F0A7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03B53E-1D9B-F2AF-D268-FE3E9C6E1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9DDFC-A400-4738-8B73-3C981B04FA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7445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EEA2E-08F1-6332-0B5E-7136FC6D5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536585E-1645-2A67-89E8-494D1982E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C357D7-83CD-B227-6B51-3064CE2D2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075F6-056E-472F-83EE-AAE8183559E6}" type="datetimeFigureOut">
              <a:rPr lang="es-CO" smtClean="0"/>
              <a:t>28/03/2025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A37BDC-8968-E803-7DA4-1B64101AA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7DE6B2-5832-BE08-C831-1DC41CEFF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9DDFC-A400-4738-8B73-3C981B04FA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9111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56653E-D650-7CA1-DFCA-67914725A4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4CED8B-14BE-1738-5B85-02DFC1D34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8A26CE-EC89-9C28-70C0-CFC9F7D3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075F6-056E-472F-83EE-AAE8183559E6}" type="datetimeFigureOut">
              <a:rPr lang="es-CO" smtClean="0"/>
              <a:t>28/03/2025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36243F-44F1-31C5-6265-6F4DDE29C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14D8A0-F8CC-E1E9-59F8-6D46D9327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9DDFC-A400-4738-8B73-3C981B04FA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3655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C9CE7DF-7AE8-0D8B-42DB-19B9B56A2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4395F0-6EC1-9DDF-2220-31A711447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246D66-8548-251B-55AC-B273F51911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B075F6-056E-472F-83EE-AAE8183559E6}" type="datetimeFigureOut">
              <a:rPr lang="es-CO" smtClean="0"/>
              <a:t>28/03/2025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146220-125E-90DB-ED5C-339E96B130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18FD54-0887-9C1B-5E15-368572901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9DDFC-A400-4738-8B73-3C981B04FA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2889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2739C9-9912-B7DB-78AE-09B0450AC7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Proyecto ETL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FE84F8-892F-BA6B-3998-CF99E1A27E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Jenifer Ramos Rios</a:t>
            </a:r>
          </a:p>
        </p:txBody>
      </p:sp>
    </p:spTree>
    <p:extLst>
      <p:ext uri="{BB962C8B-B14F-4D97-AF65-F5344CB8AC3E}">
        <p14:creationId xmlns:p14="http://schemas.microsoft.com/office/powerpoint/2010/main" val="174404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1C50B-F0F0-2A5A-F672-204DDB175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Problem</a:t>
            </a:r>
            <a:r>
              <a:rPr lang="es-CO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and Project </a:t>
            </a:r>
            <a:r>
              <a:rPr lang="es-CO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Description</a:t>
            </a:r>
            <a:endParaRPr lang="es-CO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E3234E-0FA1-CC27-F0EA-9ADD8091A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0593"/>
            <a:ext cx="3831336" cy="4351337"/>
          </a:xfrm>
        </p:spPr>
        <p:txBody>
          <a:bodyPr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595959"/>
                </a:solidFill>
                <a:effectLst/>
                <a:latin typeface="DM Sans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Higher education </a:t>
            </a:r>
            <a:r>
              <a:rPr lang="en-US" sz="1800" b="1" dirty="0">
                <a:solidFill>
                  <a:srgbClr val="595959"/>
                </a:solidFill>
                <a:effectLst/>
                <a:latin typeface="DM Sans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enrollment trends</a:t>
            </a:r>
            <a:r>
              <a:rPr lang="en-US" sz="1800" dirty="0">
                <a:solidFill>
                  <a:srgbClr val="595959"/>
                </a:solidFill>
                <a:effectLst/>
                <a:latin typeface="DM Sans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are crucial for understanding the evolution of academic programs and making informed decisions. However, raw data provided by the </a:t>
            </a:r>
            <a:r>
              <a:rPr lang="en-US" sz="1800" dirty="0" err="1">
                <a:solidFill>
                  <a:srgbClr val="595959"/>
                </a:solidFill>
                <a:effectLst/>
                <a:latin typeface="DM Sans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Ministerio</a:t>
            </a:r>
            <a:r>
              <a:rPr lang="en-US" sz="1800" dirty="0">
                <a:solidFill>
                  <a:srgbClr val="595959"/>
                </a:solidFill>
                <a:effectLst/>
                <a:latin typeface="DM Sans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Nacional de </a:t>
            </a:r>
            <a:r>
              <a:rPr lang="en-US" sz="1800" dirty="0" err="1">
                <a:solidFill>
                  <a:srgbClr val="595959"/>
                </a:solidFill>
                <a:effectLst/>
                <a:latin typeface="DM Sans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Educación</a:t>
            </a:r>
            <a:r>
              <a:rPr lang="en-US" sz="1800" dirty="0">
                <a:solidFill>
                  <a:srgbClr val="595959"/>
                </a:solidFill>
                <a:effectLst/>
                <a:latin typeface="DM Sans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is not readily structured for direct analysis. The figures on first-semester enrollments and total enrollment are published annually, but they require extraction, transformation, and consolidation to enable meaningful comparisons over time. </a:t>
            </a:r>
            <a:endParaRPr lang="es-CO" dirty="0"/>
          </a:p>
        </p:txBody>
      </p:sp>
      <p:pic>
        <p:nvPicPr>
          <p:cNvPr id="7" name="Imagen 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D0F35CD-260E-112A-483F-7AD926947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900" y="1950655"/>
            <a:ext cx="6247900" cy="410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159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481BB-FD6E-C158-24B7-4CB9A0D1C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CO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</a:t>
            </a:r>
            <a:r>
              <a:rPr lang="es-CO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Warehouse</a:t>
            </a:r>
            <a:endParaRPr lang="es-CO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2C39D52-720F-8830-EF44-59D94B10B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994244" cy="4633912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5" name="Marcador de contenido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B0DA3D3-77AD-7655-2675-47AB996EE0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62402" y="1436914"/>
            <a:ext cx="7161418" cy="505596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27241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909D16AA-9165-4EE6-3922-39980BF128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223483"/>
            <a:ext cx="5391473" cy="6411033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5290C9F-7795-C4B9-3DDF-A18F1DC8E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O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Dimensional </a:t>
            </a:r>
            <a:r>
              <a:rPr lang="es-CO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Model</a:t>
            </a:r>
            <a:endParaRPr lang="es-CO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7480E19-FEBB-0887-E12A-EE33877E9815}"/>
              </a:ext>
            </a:extLst>
          </p:cNvPr>
          <p:cNvSpPr txBox="1"/>
          <p:nvPr/>
        </p:nvSpPr>
        <p:spPr>
          <a:xfrm>
            <a:off x="838200" y="1690688"/>
            <a:ext cx="56388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Transformation of First Curse Files: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table called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"Inscritos2017-2023"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was created, combining all the tables of students enrolled in the first course for each year from 2017 to 2023.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 "SEXO" column was created to classify gender based on an ID SEXO column.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318.451 records. </a:t>
            </a:r>
          </a:p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</a:rPr>
              <a:t>Transformations in Programs.xlsx file</a:t>
            </a:r>
            <a:endParaRPr lang="es-CO" sz="1600" b="1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Unnecessary columns were dropped.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The MODALIDAD column was reviewed and standardized by replacing certain values to ensure consistency. Specifically, "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Presencial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-Virtual" was renamed to "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Híbrida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 (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Presencial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-Virtual)", "Dual" to "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Presencial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-Dual", and "A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distancia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" to "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Presencial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-A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distancia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". </a:t>
            </a:r>
            <a:endParaRPr lang="es-CO" sz="16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102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4E30CC7C-4141-CA6A-CEF2-4091732E0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511428"/>
            <a:ext cx="2068286" cy="195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s-CO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ETL Pipeline Python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7864A2E-FC6D-7B31-BA27-F373EE022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335" y="213088"/>
            <a:ext cx="8862686" cy="651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7658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212</Words>
  <Application>Microsoft Office PowerPoint</Application>
  <PresentationFormat>Panorámica</PresentationFormat>
  <Paragraphs>17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DM Sans</vt:lpstr>
      <vt:lpstr>Tema de Office</vt:lpstr>
      <vt:lpstr>Proyecto ETL</vt:lpstr>
      <vt:lpstr>Problem and Project Description</vt:lpstr>
      <vt:lpstr>Data Warehouse</vt:lpstr>
      <vt:lpstr>Dimensional Model</vt:lpstr>
      <vt:lpstr>ETL Pipeline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Jenifer Ramos Rios</dc:creator>
  <cp:lastModifiedBy>Jenifer Ramos Rios</cp:lastModifiedBy>
  <cp:revision>5</cp:revision>
  <dcterms:created xsi:type="dcterms:W3CDTF">2025-03-27T22:08:32Z</dcterms:created>
  <dcterms:modified xsi:type="dcterms:W3CDTF">2025-03-29T01:25:03Z</dcterms:modified>
</cp:coreProperties>
</file>